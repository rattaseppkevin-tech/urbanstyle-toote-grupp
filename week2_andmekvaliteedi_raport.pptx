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ANDMEKVALITEEDI KOONDRAPORT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Tooteanalüüsi osakond  ·  Nädal 2  ·  09.04.2026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Tegelane: Toomas Kask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PEAMISED LEIUD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8 591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probleemi kokku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Müük + Kliendid + Tooted + Ristval.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65176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80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33,58%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33756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müügiandmed — duplikaadid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5 116 liigset rida eemaldatud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65176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280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664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hinna ebakõla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Kriitilisim probleem — moonutab käivet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SUURIM ÜLLATUS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3474720"/>
          </a:xfrm>
          <a:prstGeom prst="rect">
            <a:avLst/>
          </a:prstGeom>
          <a:solidFill>
            <a:srgbClr val="2D3A7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15 234</a:t>
            </a:r>
            <a:endParaRPr lang="en-US" sz="48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müügikirjet</a:t>
            </a:r>
            <a:endParaRPr lang="en-US" sz="4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33,58% duplikaadid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937760" y="1005840"/>
            <a:ext cx="3840480" cy="3474720"/>
          </a:xfrm>
          <a:prstGeom prst="rect">
            <a:avLst/>
          </a:prstGeom>
          <a:solidFill>
            <a:srgbClr val="025A3C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PÄRAST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10 118</a:t>
            </a:r>
            <a:endParaRPr lang="en-US" sz="48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puhast müügikirjet</a:t>
            </a:r>
            <a:endParaRPr lang="en-US" sz="4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Toomas saab usaldada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251960" y="2651760"/>
            <a:ext cx="64008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377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MEIE SOOVITUS TOOMASELE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1051560"/>
            <a:ext cx="7498080" cy="914400"/>
          </a:xfrm>
          <a:prstGeom prst="rect">
            <a:avLst/>
          </a:prstGeom>
          <a:solidFill>
            <a:srgbClr val="2D3A7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0515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Kustuta 5 116 duplikaati müügis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Käive on praegu 33% moonutatud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02920" cy="914400"/>
          </a:xfrm>
          <a:prstGeom prst="rect">
            <a:avLst/>
          </a:prstGeom>
          <a:solidFill>
            <a:srgbClr val="F9C2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7498080" cy="914400"/>
          </a:xfrm>
          <a:prstGeom prst="rect">
            <a:avLst/>
          </a:prstGeom>
          <a:solidFill>
            <a:srgbClr val="2D3A7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28600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Paranda 664 hinna ebakõla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Finantsaruanded ei ole usaldusväärsed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502920" cy="91440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5204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097280" y="3520440"/>
            <a:ext cx="7498080" cy="914400"/>
          </a:xfrm>
          <a:prstGeom prst="rect">
            <a:avLst/>
          </a:prstGeom>
          <a:solidFill>
            <a:srgbClr val="2D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5204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Andmeid saab nüüd usaldada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Juhatuse koosolek — oleme valmis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Andmekvaliteedi Koondraport — Nädal 2</dc:title>
  <dc:subject>PptxGenJS Presentation</dc:subject>
  <dc:creator>PptxGenJS</dc:creator>
  <cp:lastModifiedBy>PptxGenJS</cp:lastModifiedBy>
  <cp:revision>1</cp:revision>
  <dcterms:created xsi:type="dcterms:W3CDTF">2026-04-09T11:35:02Z</dcterms:created>
  <dcterms:modified xsi:type="dcterms:W3CDTF">2026-04-09T11:35:02Z</dcterms:modified>
</cp:coreProperties>
</file>